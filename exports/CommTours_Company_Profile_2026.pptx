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6858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" y="77724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公司簡介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94360" y="2121408"/>
            <a:ext cx="8961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智能旅遊內容平台與成交導流夥伴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6217920" cy="1280160"/>
          </a:xfrm>
          <a:prstGeom prst="roundRect">
            <a:avLst>
              <a:gd name="adj" fmla="val 5714"/>
            </a:avLst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182112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讓用戶更快找到合適行程，讓夥伴更準確獲得高意向客源。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621792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版本：2026-05-11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我們是誰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的定位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是旅遊產品資訊整合與推薦平台，連接旅客需求與旅行社供應。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核心任務：幫用戶在大量旅遊產品中，快速找到更匹配的選項。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平台特色：內容導購、行程比較、重點推薦位與追蹤分析。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商業模式：以成果導向（performance-based）合作，強調可對帳與可持續。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願景與使命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645920"/>
            <a:ext cx="5212080" cy="2743200"/>
          </a:xfrm>
          <a:prstGeom prst="roundRect">
            <a:avLst>
              <a:gd name="adj" fmla="val 2667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願景 Vision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成為大灣區及亞洲市場值得信賴的旅遊內容與成交導流平台。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803D"/>
                </a:solidFill>
              </a:rPr>
              <a:t>使命 Mission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用技術與內容提升旅客決策效率，並為合作夥伴帶來可量化的銷售增長。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我們做什麼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旅遊產品整合：集中展示多供應商產品，提升用戶搜尋效率。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內容推動轉換：以重點頁面與主題內容導入高意向流量。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行為追蹤與分析：透過 ref_id 建立導流至成交的對帳鏈路。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合作共營：按週檢視數據，持續優化曝光、點擊與轉換。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我們的價值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對用戶與合作夥伴的價值主張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55080" y="1645920"/>
            <a:ext cx="5212080" cy="3108960"/>
          </a:xfrm>
          <a:prstGeom prst="roundRect">
            <a:avLst>
              <a:gd name="adj" fmla="val 235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對旅客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2331720"/>
            <a:ext cx="4800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更快比較行程與價格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更容易找到合適產品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降低搜尋成本與決策壓力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1920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</a:rPr>
              <a:t>對合作夥伴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754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獲得高意向導流與新增客源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按成果合作，降低投放風險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有數據可驗證，便於長期擴大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營運與可信度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可追蹤、可對帳、可優化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9848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以清晰報表節奏管理合作（每週追蹤、每月結算）。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合作資料以標準化欄位交換，減少溝通與核對成本。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聚焦長期合作關係，透過數據持續提升轉換效率。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在流程與數據治理上，確保合作透明與可持續性。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讓每次導流更有價值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152144"/>
            <a:ext cx="110642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10698480" cy="2560320"/>
          </a:xfrm>
          <a:prstGeom prst="roundRect">
            <a:avLst>
              <a:gd name="adj" fmla="val 2857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12E81"/>
                </a:solidFill>
              </a:rPr>
              <a:t>CommTours 致力成為你最可靠的旅遊導流與成長夥伴。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3063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歡迎進一步交流：品牌合作 / 流量合作 / 成交分潤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29000" y="4937760"/>
            <a:ext cx="4572000" cy="960120"/>
          </a:xfrm>
          <a:prstGeom prst="roundRect">
            <a:avLst>
              <a:gd name="adj" fmla="val 7619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03320" y="523036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4ED8"/>
                </a:solidFill>
              </a:rPr>
              <a:t>聯絡人：__________________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4652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CommTours Company Profile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CommTours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CommTours 公司介紹</dc:title>
  <dc:subject>Company profile</dc:subject>
  <dc:creator>CommTours</dc:creator>
  <cp:lastModifiedBy>CommTours</cp:lastModifiedBy>
  <cp:revision>1</cp:revision>
  <dcterms:created xsi:type="dcterms:W3CDTF">2026-05-11T08:51:31Z</dcterms:created>
  <dcterms:modified xsi:type="dcterms:W3CDTF">2026-05-11T08:51:31Z</dcterms:modified>
</cp:coreProperties>
</file>