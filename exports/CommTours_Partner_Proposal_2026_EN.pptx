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772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x Travel Partner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Partnership and Conversion-based Revenue Share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5943600" cy="132588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54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successful bookings: 5% - 10%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6217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2026-05-11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CommTours is and what we deliver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is a travel discovery platform focused on aggregating high-intent traffic for tour partners.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content, recommendation, and product comparison to improve booking decisions.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users with clear travel intent and stronger conversion potential.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is measurable collaboration: trackable performance, transparent reconciliation, and scalable growth.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delivery + booking conversion + settlement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1645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6459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CommTours Traffic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65192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803D"/>
                </a:solidFill>
              </a:rPr>
              <a:t>Partner Conversion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410C"/>
                </a:solidFill>
              </a:rPr>
              <a:t>Settlement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251960" y="219456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219456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20040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ref_id as the common key for click-to-booking reconciliation.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based on successful bookings, not raw traffic volume.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reconciliation and monthly settlement for better cash-flow visibility.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range for successful bookings: 5% - 10%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Commission Range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730A3"/>
                </a:solidFill>
              </a:rPr>
              <a:t>5% - 10%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Calculated on confirmed successful bookings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5%: baseline long-term partnership plan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7%: growth-target plan for quarterly expansion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10%: strategic campaign / peak period plan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Final rate can be adjusted by product type and campaign scope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reporting + monthly settlement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CommTours provides weekly referral/click records (with ref_id).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Partner returns weekly conversion report (ref_id / booking_id / status).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Both parties reconcile confirmed successful bookings.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Monthly invoicing and payment settlement.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937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Critical requirement: partner should preserve ref_id from landing URL for accurate reconciliation.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designed for sustainable growth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perspective: low upfront risk with outcome-based payment model.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perspective: measurable conversion quality and optimization loop.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perspective: transparent reporting cadence builds trust and predictability.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higher effective bookings and long-term revenue growth for both sides.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launch timeline: within 2 weeks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align tracking fields, report format, and commission band (5% - 10%).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run a pilot with limited traffic and validate reconciliation flow.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onward: scale traffic and move into regular settlement cycle.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1937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Business contact: __________________   |   Effective date: __________________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Partnership Proposal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x Partner Proposal</dc:title>
  <dc:subject>Partnership proposal</dc:subject>
  <dc:creator>CommTours</dc:creator>
  <cp:lastModifiedBy>CommTours</cp:lastModifiedBy>
  <cp:revision>1</cp:revision>
  <dcterms:created xsi:type="dcterms:W3CDTF">2026-05-11T08:56:25Z</dcterms:created>
  <dcterms:modified xsi:type="dcterms:W3CDTF">2026-05-11T08:56:25Z</dcterms:modified>
</cp:coreProperties>
</file>