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8580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772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280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94360" y="212140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Travel Content Platform &amp; Conversion Partner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6583680" cy="1280160"/>
          </a:xfrm>
          <a:prstGeom prst="roundRect">
            <a:avLst>
              <a:gd name="adj" fmla="val 5714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0632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travelers discover the right tours faster, while helping partners acquire high-intent demand.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62179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 2026-05-11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positioning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69848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is a travel product discovery and recommendation platform connecting demand and supply.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core mission is to help users find better-fit travel options quickly and confidently.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strengths: content-led discovery, tour comparison, campaign placements, and measurable tracking.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model: performance-oriented partnerships with transparent reconciliation.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Company Profile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Mission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5080" y="164592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D8"/>
                </a:solidFill>
              </a:rPr>
              <a:t>Vision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37744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To become a trusted travel content and conversion platform in Greater China and wider Asia.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940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803D"/>
                </a:solidFill>
              </a:rPr>
              <a:t>Mission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29400" y="237744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Use technology and content to improve travel decision-making and deliver measurable growth for partners.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Company Profile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69848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aggregation: present products from multiple suppliers in one discoverable experience.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Content-driven conversion: guide users to action through curated pages and campaign topics.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and analytics: connect click-to-booking reconciliation through ref_id-based workflow.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optimization: review weekly performance and continuously improve conversion quality.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Company Profile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for users and partners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5212080" cy="310896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1645920"/>
            <a:ext cx="5212080" cy="310896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20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For Travelers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4800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comparison across tours and offers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discovery of better-fit itineraries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search friction and clearer decisions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29400" y="1920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</a:rPr>
              <a:t>For Partners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0" y="233172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high-intent travel demand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Performance-based model with controlled risk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data for scalable growth planning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Company Profile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Trust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Trackable, reconcilable, optimizable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69848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with a clear reporting rhythm (weekly tracking, monthly settlement).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standardized fields and data exchange to reduce reconciliation overhead.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long-term partner trust through transparent process governance.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improve conversion efficiency through data-informed iteration.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Company Profile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every referral more valuable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698480" cy="2560320"/>
          </a:xfrm>
          <a:prstGeom prst="roundRect">
            <a:avLst>
              <a:gd name="adj" fmla="val 285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331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12E81"/>
                </a:solidFill>
              </a:rPr>
              <a:t>CommTours is committed to being your trusted growth and conversion partner in travel.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97280" y="3063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Open to discuss: brand partnerships / traffic partnerships / performance collaboration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3280" y="493776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0752" y="5230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4ED8"/>
                </a:solidFill>
              </a:rPr>
              <a:t>Contact: __________________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Company Profile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CommTours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CommTours Company Profile</dc:title>
  <dc:subject>Company profile</dc:subject>
  <dc:creator>CommTours</dc:creator>
  <cp:lastModifiedBy>CommTours</cp:lastModifiedBy>
  <cp:revision>1</cp:revision>
  <dcterms:created xsi:type="dcterms:W3CDTF">2026-05-11T08:53:36Z</dcterms:created>
  <dcterms:modified xsi:type="dcterms:W3CDTF">2026-05-11T08:53:36Z</dcterms:modified>
</cp:coreProperties>
</file>