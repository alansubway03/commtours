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858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772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致 合作夥伴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您好，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感謝貴社關注 CommTours。我們是香港出發旅行團資訊整合與比較平台，希望與業界建立透明、可持續的合作。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旅行社合作模式說明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35204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以下概述四種合作方式、操作要點及收費原則，詳情歡迎進一步洽談。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6263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日期：2026-05-12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CommTours｜旅行社合作模式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合作模式總覽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四種方式可單獨或組合採用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1124712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5943600"/>
                <a:gridCol w="29260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模式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內容摘要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收費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1. 行程上架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旅行團資料展示於 CommTours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</a:rPr>
                        <a:t>免費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2. 導流報名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用戶經 CommTours 前往貴社網站報名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</a:rPr>
                        <a:t>仲介費：團費 × 10%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3. 首頁廣告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橫幅／版位宣傳公司或指定行程，點擊至目標網頁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版位費另議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4. 旅遊資訊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首頁「旅遊資訊」主題稿＋相關社／團連結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編輯／曝光費另議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47091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49834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實際條款以雙方簽署之合作協議為準；分潤比例與版位費可再商議。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CommTours｜旅行社合作模式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 1｜行程資料上架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免費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內容：貴社旅行團基本資料（標題、天數、價格區間、目的地、特色、官方圖片與連結等）於 CommTours 展示，供用戶搜尋與比較。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如何合作：提供資料來源授權或 API／資料交換格式約定；或由貴社指定更新頻率與聯絡窗口。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收費：上架展示不另收費，目的為豐富平台內容並服務旅客。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備註：若同時啟用「導流報名」模式，導流連結須帶追蹤參數以便對帳（詳見模式 2）。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CommTours｜旅行社合作模式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 2｜經 CommTours 導流至貴社網站報名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仲介費：團費 × 10%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流程：用戶於 CommTours 瀏覽行程 → 點擊「了解更多」等按鈕 → 前往貴社官網或報名頁完成下單。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計費基礎：以雙方確認之「成功報團／已收款訂單」之團費為準，收取仲介費 10%（例：團費 HK$10,000 → HK$1,000）。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如何合作：約定追蹤方式（例如 ref_id、UTM）、報表格式、對帳週期（建議每週核對、每月結算）。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收費：僅於可驗證之成交產生時計收；未成交之點擊不計費。具體定義於合約中列明。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48920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1389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10% 為建議牌價，可依產品線、檔期或年度目標調整，以書面協議為準。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CommTours｜旅行社合作模式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 3｜CommTours 首頁廣告版位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按檔期／版位報價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內容：於首頁輪播橫幅或其他約定版位，展示貴社品牌、主推行程或活動；用戶點擊後前往貴社指定著陸頁（官網、活動頁、團號頁等）。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素材：由貴社提供文案、圖像及目標 URL；CommTours 依版位規格協助上線（檔期與排序另議）。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如何合作：確認曝光時段、版位尺寸、點擊追蹤需求及上下線流程。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收費：屬付費曝光／導流服務，費用按週期或檔期報價，歡迎索取刊例表。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CommTours｜旅行社合作模式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 4｜首頁「旅遊資訊」主題推廣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內容營銷 + 導流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內容：在首頁「旅遊資訊」區以主題稿形式介紹目的地或產品類型（例如：北韓深度遊、郵輪懶人包），並可嵌入貴社簡介與相關旅行團連結，引導有興趣用戶進一步了解。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形式：短文＋配圖＋外部或站內連結；條目數量與更新頻率可依專案約定。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如何合作：共同確認主題方向、用字合規、連結清單及上下線時間；若涉及敏感目的地，以符合法規與平台政策為前提。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收費：屬編輯製作與版位曝光之組合方案，費用依篇數／檔期另議。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CommTours｜旅行社合作模式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下一步與聯絡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期待與貴社洽談細節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若貴社有意啟動任一模式或組合方案，歡迎回覆此函或來電／電郵，我們將安排簡短會議說明技術對接與合約框架。</a:t>
            </a:r>
            <a:endParaRPr lang="en-US" sz="20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建議準備：聯絡人、希望優先試行之產品線、以及是否已有追蹤／報表習慣（模式 2）。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3977640"/>
            <a:ext cx="5669280" cy="11430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電郵：info@commtours.com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網站：commtours.com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CommTours｜旅行社合作模式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CommTours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CommTours 旅行社合作模式</dc:title>
  <dc:subject>合作模式說明</dc:subject>
  <dc:creator>CommTours</dc:creator>
  <cp:lastModifiedBy>CommTours</cp:lastModifiedBy>
  <cp:revision>1</cp:revision>
  <dcterms:created xsi:type="dcterms:W3CDTF">2026-05-12T08:20:38Z</dcterms:created>
  <dcterms:modified xsi:type="dcterms:W3CDTF">2026-05-12T08:20:38Z</dcterms:modified>
</cp:coreProperties>
</file>