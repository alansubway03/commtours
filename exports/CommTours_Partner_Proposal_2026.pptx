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8580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7772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合作提案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x 旅行社夥伴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旅遊產品導流合作與分潤機制說明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5806440" cy="1325880"/>
          </a:xfrm>
          <a:prstGeom prst="roundRect">
            <a:avLst>
              <a:gd name="adj" fmla="val 6897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54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成功報團抽成：5% - 10%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6217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日期：2026-05-11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公司介紹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的定位與價值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專注旅遊產品資訊整合與精準導流，連接消費者與旅行社。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透過內容推薦、行程比較、活動頁面等觸點，提升合作夥伴可見度。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目標客群：有明確出遊意向的用戶（高轉換潛力）。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我們重視可追蹤、可對帳、可持續放大的合作模式。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Partnership Proposal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合作模式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導流 + 成交分潤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16459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6459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</a:rPr>
              <a:t>CommTours 導流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492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</a:rPr>
              <a:t>Partner 成交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9536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</a:rPr>
              <a:t>分潤結算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51960" y="2194560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46720" y="2194560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22960" y="320040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ref_id 作為追蹤鍵值，對帳流程清晰透明。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按「成功報團」計算佣金，不用為無效流量付款。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每週對帳、每月結算，雙方資金節奏更穩定。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Partnership Proposal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分潤機制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成功報團抽成建議：5% - 10%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5029200" cy="2468880"/>
          </a:xfrm>
          <a:prstGeom prst="roundRect">
            <a:avLst>
              <a:gd name="adj" fmla="val 296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4748B"/>
                </a:solidFill>
              </a:rPr>
              <a:t>抽成區間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730A3"/>
                </a:solidFill>
              </a:rPr>
              <a:t>5% - 10%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按已成交及已確認訂單計算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7452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5%：標準合作方案（穩定長期合作）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7%：季度目標達成方案（量級成長）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10%：重點活動 / 限時檔期方案（衝刺成交）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抽成比例可按產品類型與合作目標調整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合作流程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每週對帳 + 每月結算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1：CommTours 每週提供導流清單（含 ref_id）。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2：Partner 回傳成交報表（ref_id / booking_id / status）。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3：雙方按已確認成交訂單核對佣金。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4：按月完成請款與付款結算。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1937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400E"/>
                </a:solidFill>
              </a:rPr>
              <a:t>關鍵要求：Partner 需保存 landing URL 的 ref_id，避免對帳落差。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Partnership Proposal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合作優勢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雙方可持續放大的成長模式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角度：低前置成本、按成果付費，風險可控。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角度：可追蹤轉換、可驗證成效，便於優化投放。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雙方角度：透過固定節奏報表，提升合作透明度與信任。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最終目標：提升有效報團量與長期收益。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Partnership Proposal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 2 週內完成啟動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週：確認追蹤欄位、報表格式、分潤比例（5% - 10%）。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週：小流量試跑並驗證對帳一致性。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週起：正式投放與週期結算。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1937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</a:rPr>
              <a:t>聯絡窗口：________________   |   生效日期：________________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Partnership Proposal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CommTours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CommTours x Partner 合作簡報</dc:title>
  <dc:subject>Partnership proposal</dc:subject>
  <dc:creator>CommTours</dc:creator>
  <cp:lastModifiedBy>CommTours</cp:lastModifiedBy>
  <cp:revision>1</cp:revision>
  <dcterms:created xsi:type="dcterms:W3CDTF">2026-05-11T08:48:41Z</dcterms:created>
  <dcterms:modified xsi:type="dcterms:W3CDTF">2026-05-11T08:48:41Z</dcterms:modified>
</cp:coreProperties>
</file>