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our partners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interest in CommTours. We are a Hong Kong–focused tour discovery and comparison platform, and we look forward to transparent, sustainable partnerships with the travel trade.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cooperation models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summarises four ways to work with us, how each operates, and our fee principles. We are happy to discuss details.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263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2026-05-12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— use individually or in combination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247120" cy="2926080"/>
        </p:xfrm>
        <a:graphic>
          <a:graphicData uri="http://schemas.openxmlformats.org/drawingml/2006/table">
            <a:tbl>
              <a:tblPr/>
              <a:tblGrid>
                <a:gridCol w="1965960"/>
                <a:gridCol w="5989320"/>
                <a:gridCol w="29260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Summary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Fees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1. Listings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Tour content displayed on CommTours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Free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2. Referral booking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Users leave CommTours to book on your site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Fee: 10% of tour price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3. Homepage ads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Banner / placement for brand or tours; click-through to your URL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Placement fees TBC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4. Travel content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Homepage “Travel info” features + links to your company &amp; tours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Editorial / exposure TBC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7091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95604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Final terms are governed by a signed agreement. Referral and placement rates can be customised.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| Tour listings on CommTours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fee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Your tour facts (title, duration, price band, destination, highlights, images, official links) shown on CommTours for search and comparison.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Agree data source / feed format or API; you set update cadence and a single point of contact.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Fees: No charge for being listed — this enriches the platform and serves travellers.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If you also use Model 2, outbound links should carry tracking for reconciliation (see Model 2).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| Referral to your website for booking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fee: 10% of tour price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browses on CommTours → taps e.g. “Learn more” → lands on your site or booking page to complete the purchase.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Fee is 10% of the tour price on mutually confirmed, paid bookings (e.g. HK$10,000 tour → HK$1,000 fee).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Align on tracking (e.g. ref_id, UTM), reporting format, and reconciliation rhythm (e.g. weekly check, monthly settlement).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Fees: Charged only on attributable, verifiable conversions — raw clicks alone are not billed. Definitions are set out in contract.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10235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10% is our reference rate; it may vary by product line, campaign, or annual targets — as agreed in writing.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| Homepage advertising placements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by slot / period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Carousel or other agreed homepage placements for your brand, hero tours, or campaigns; clicks go to your chosen landing page (site, promo, tour code page, etc.).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You supply copy, creative, and target URL; CommTours publishes to spec (flight dates and rotation by agreement).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Confirm flighting, dimensions, click-tracking needs, and go-live / takedown process.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Fees: Paid visibility / traffic — priced by period or campaign; rate card available on request.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| “Travel info” features on the homepage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+ traffic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Editorial-style items in the homepage “Travel info” area (e.g. North Korea specialist tours, cruise guides) with your blurb and links to relevant tours.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Short copy + image + outbound or on-site links; volume and refresh rate by project.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Align on angle, compliance, link list, and schedule; sensitive destinations must meet law and platform policy.</a:t>
            </a:r>
            <a:endParaRPr lang="en-US" sz="18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Fees: Combines editorial production and exposure — priced by article count / flighting.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contact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discussing the details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would like to activate one or more models, reply to this note or email us — we can schedule a short call on technical handoff and agreement structure.</a:t>
            </a:r>
            <a:endParaRPr lang="en-US" sz="19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to have: named contact, product lines to pilot first, and any existing tracking / reporting practice (Model 2).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585216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info@commtours.com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commtours.com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| Partner cooperation models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— Partner cooperation models</dc:title>
  <dc:subject>Cooperation models overview</dc:subject>
  <dc:creator>CommTours</dc:creator>
  <cp:lastModifiedBy>CommTours</cp:lastModifiedBy>
  <cp:revision>1</cp:revision>
  <dcterms:created xsi:type="dcterms:W3CDTF">2026-05-12T08:22:57Z</dcterms:created>
  <dcterms:modified xsi:type="dcterms:W3CDTF">2026-05-12T08:22:57Z</dcterms:modified>
</cp:coreProperties>
</file>